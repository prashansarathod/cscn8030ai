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6" r:id="rId7"/>
    <p:sldId id="267" r:id="rId8"/>
    <p:sldId id="268" r:id="rId9"/>
    <p:sldId id="269" r:id="rId10"/>
    <p:sldId id="261" r:id="rId11"/>
    <p:sldId id="262" r:id="rId12"/>
    <p:sldId id="263" r:id="rId13"/>
    <p:sldId id="264" r:id="rId14"/>
    <p:sldId id="265" r:id="rId15"/>
  </p:sldIdLst>
  <p:sldSz cx="14630400" cy="8229600"/>
  <p:notesSz cx="8229600" cy="14630400"/>
  <p:embeddedFontLst>
    <p:embeddedFont>
      <p:font typeface="Abadi" panose="020B0604020104020204" pitchFamily="34" charset="0"/>
      <p:regular r:id="rId17"/>
    </p:embeddedFont>
    <p:embeddedFont>
      <p:font typeface="Overpass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2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9092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222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653784"/>
            <a:ext cx="12954952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kern="0" spc="-133" dirty="0">
                <a:solidFill>
                  <a:srgbClr val="FFFFFF"/>
                </a:solidFill>
                <a:latin typeface="Abadi" panose="020B0604020104020204" pitchFamily="34" charset="0"/>
                <a:ea typeface="Overpass Bold" pitchFamily="34" charset="-122"/>
                <a:cs typeface="Overpass Bold" pitchFamily="34" charset="-120"/>
              </a:rPr>
              <a:t>Unified AI Optimization for Animal Shelters and Fitness Clubs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4540568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PAW PETROL - CSCN8030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837724" y="5192792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Nilkumar Patel, Prashansa Rathod, Harsh Joshi, Jaiv Burman, Nidhi Ahir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165033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kern="0" spc="-133" dirty="0">
                <a:solidFill>
                  <a:srgbClr val="FFFFFF"/>
                </a:solidFill>
                <a:latin typeface="Abadi" panose="020B0604020104020204" pitchFamily="34" charset="0"/>
                <a:ea typeface="Overpass Bold" pitchFamily="34" charset="-122"/>
                <a:cs typeface="Overpass Bold" pitchFamily="34" charset="-120"/>
              </a:rPr>
              <a:t>Agenda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347799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Project Overview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837724" y="3814524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GoodLife Fitness – Problem A &amp; B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37724" y="4281249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Paw Petrol Shelter – Problem A &amp; B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37724" y="4747974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ML Pipeline &amp; Results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37724" y="5214699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Ethical AI &amp; DSS Strategy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837724" y="5681424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Final Thoughts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865120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kern="0" spc="-133" dirty="0">
                <a:solidFill>
                  <a:srgbClr val="FFFFFF"/>
                </a:solidFill>
                <a:latin typeface="Abadi" panose="020B0604020104020204" pitchFamily="34" charset="0"/>
                <a:ea typeface="Overpass Bold" pitchFamily="34" charset="-122"/>
                <a:cs typeface="Overpass Bold" pitchFamily="34" charset="-120"/>
              </a:rPr>
              <a:t>Project Overview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4047887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Goal: Use ML to optimize operations in two domains: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837724" y="4514612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GoodLife: Optimize class/gym usage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37724" y="4981337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Paw Patrol: Improve adoptions and resource use</a:t>
            </a:r>
            <a:endParaRPr lang="en-US" sz="1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931670"/>
            <a:ext cx="7168277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kern="0" spc="-133" dirty="0">
                <a:solidFill>
                  <a:srgbClr val="FFFFFF"/>
                </a:solidFill>
                <a:latin typeface="Abadi" panose="020B0604020104020204" pitchFamily="34" charset="0"/>
                <a:ea typeface="Overpass Bold" pitchFamily="34" charset="-122"/>
                <a:cs typeface="Overpass Bold" pitchFamily="34" charset="-120"/>
              </a:rPr>
              <a:t>GoodLife Fitness – Problem A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114437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Predict Class Attendance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837724" y="3581162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Model: Random Forest Classifier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37724" y="4047887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Accuracy: 75%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37724" y="4514612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Precision (No-Show): 80%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37724" y="4981337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Precision (Attended): 61%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837724" y="5448062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Key Features: months_as_member, days_before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837724" y="5914787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Impact: Smarter overbooking</a:t>
            </a:r>
            <a:endParaRPr lang="en-US" sz="1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165033"/>
            <a:ext cx="717554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kern="0" spc="-133" dirty="0">
                <a:solidFill>
                  <a:srgbClr val="FFFFFF"/>
                </a:solidFill>
                <a:latin typeface="Abadi" panose="020B0604020104020204" pitchFamily="34" charset="0"/>
                <a:ea typeface="Overpass Bold" pitchFamily="34" charset="-122"/>
                <a:cs typeface="Overpass Bold" pitchFamily="34" charset="-120"/>
              </a:rPr>
              <a:t>GoodLife Fitness – Problem B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347799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Gym Crowd Forecasting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837724" y="3814524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Model: Random Forest Regressor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37724" y="4281249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R²: 0.92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37724" y="4747974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MAE: 4.35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37724" y="5214699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Top Features: hour, day_of_week, temperature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837724" y="5681424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Impact: Optimize HVAC, staffing, app nudges</a:t>
            </a:r>
            <a:endParaRPr lang="en-US" sz="1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6397" y="547211"/>
            <a:ext cx="10035064" cy="585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b="1" kern="0" spc="-111" dirty="0">
                <a:solidFill>
                  <a:srgbClr val="FFFFFF"/>
                </a:solidFill>
                <a:latin typeface="Abadi" panose="020B0604020104020204" pitchFamily="34" charset="0"/>
                <a:ea typeface="Overpass Bold" pitchFamily="34" charset="-122"/>
                <a:cs typeface="Overpass Bold" pitchFamily="34" charset="-120"/>
              </a:rPr>
              <a:t>Confusion Matrix – Class Attendance (Problem A)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397" y="1530429"/>
            <a:ext cx="11977449" cy="626649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6991" y="539829"/>
            <a:ext cx="10475952" cy="5772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b="1" kern="0" spc="-109" dirty="0">
                <a:solidFill>
                  <a:srgbClr val="FFFFFF"/>
                </a:solidFill>
                <a:latin typeface="Abadi" panose="020B0604020104020204" pitchFamily="34" charset="0"/>
                <a:ea typeface="Overpass Bold" pitchFamily="34" charset="-122"/>
                <a:cs typeface="Overpass Bold" pitchFamily="34" charset="-120"/>
              </a:rPr>
              <a:t>Feature Importance – Class Attendance (Problem A)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991" y="1509593"/>
            <a:ext cx="10391775" cy="618243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3199" y="654606"/>
            <a:ext cx="12964001" cy="1400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kern="0" spc="-132" dirty="0">
                <a:solidFill>
                  <a:srgbClr val="FFFFFF"/>
                </a:solidFill>
                <a:latin typeface="Abadi" panose="020B0604020104020204" pitchFamily="34" charset="0"/>
                <a:ea typeface="Overpass Bold" pitchFamily="34" charset="-122"/>
                <a:cs typeface="Overpass Bold" pitchFamily="34" charset="-120"/>
              </a:rPr>
              <a:t>Regression Metrics – Gym Crowd Forecasting (Problem B)</a:t>
            </a:r>
            <a:endParaRPr lang="en-US" sz="4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199" y="2531031"/>
            <a:ext cx="12964001" cy="50755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6753" y="540663"/>
            <a:ext cx="11684794" cy="577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b="1" kern="0" spc="-109" dirty="0">
                <a:solidFill>
                  <a:srgbClr val="FFFFFF"/>
                </a:solidFill>
                <a:latin typeface="Abadi" panose="020B0604020104020204" pitchFamily="34" charset="0"/>
                <a:ea typeface="Overpass Bold" pitchFamily="34" charset="-122"/>
                <a:cs typeface="Overpass Bold" pitchFamily="34" charset="-120"/>
              </a:rPr>
              <a:t>Feature Importance – Gym Crowd Forecasting (Problem B)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753" y="1510189"/>
            <a:ext cx="10411658" cy="617862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398395"/>
            <a:ext cx="5684282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kern="0" spc="-133" dirty="0">
                <a:solidFill>
                  <a:srgbClr val="FFFFFF"/>
                </a:solidFill>
                <a:latin typeface="Abadi" panose="020B0604020104020204" pitchFamily="34" charset="0"/>
                <a:ea typeface="Overpass Bold" pitchFamily="34" charset="-122"/>
                <a:cs typeface="Overpass Bold" pitchFamily="34" charset="-120"/>
              </a:rPr>
              <a:t>Paw Patrol – Problem A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581162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Predict Animal Outcomes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837724" y="4047887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Model: Random Forest Classifier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37724" y="4514612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Predict adoption, transfer, euthanasia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37724" y="4981337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Features: age, breed, health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37724" y="5448062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Impact: Promote at-risk animals</a:t>
            </a:r>
            <a:endParaRPr lang="en-US" sz="1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398395"/>
            <a:ext cx="5703213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kern="0" spc="-133" dirty="0">
                <a:solidFill>
                  <a:srgbClr val="FFFFFF"/>
                </a:solidFill>
                <a:latin typeface="Abadi" panose="020B0604020104020204" pitchFamily="34" charset="0"/>
                <a:ea typeface="Overpass Bold" pitchFamily="34" charset="-122"/>
                <a:cs typeface="Overpass Bold" pitchFamily="34" charset="-120"/>
              </a:rPr>
              <a:t>Paw Petrol – Problem B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581162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Seasonal Intake/Outcome Trends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837724" y="4047887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Approach: Time-Series Analysis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37724" y="4514612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Spikes during holidays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37724" y="4981337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More adoptions in spring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37724" y="5448062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Impact: Plan staffing, campaigns</a:t>
            </a:r>
            <a:endParaRPr lang="en-US" sz="1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398395"/>
            <a:ext cx="6262449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kern="0" spc="-133" dirty="0">
                <a:solidFill>
                  <a:srgbClr val="FFFFFF"/>
                </a:solidFill>
                <a:latin typeface="Abadi" panose="020B0604020104020204" pitchFamily="34" charset="0"/>
                <a:ea typeface="Overpass Bold" pitchFamily="34" charset="-122"/>
                <a:cs typeface="Overpass Bold" pitchFamily="34" charset="-120"/>
              </a:rPr>
              <a:t>Ethical AI &amp; DSS Strategy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581162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Fairness - Balanced data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837724" y="4047887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Explainability - Feature importance, SHAP ready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37724" y="4514612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Privacy - No PII used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37724" y="4981337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Deployment - Cloud-ready REST APIs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37724" y="5448062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Sustainability - Energy/resource optimized</a:t>
            </a:r>
            <a:endParaRPr lang="en-US" sz="1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865120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kern="0" spc="-133" dirty="0">
                <a:solidFill>
                  <a:srgbClr val="FFFFFF"/>
                </a:solidFill>
                <a:latin typeface="Abadi" panose="020B0604020104020204" pitchFamily="34" charset="0"/>
                <a:ea typeface="Overpass Bold" pitchFamily="34" charset="-122"/>
                <a:cs typeface="Overpass Bold" pitchFamily="34" charset="-120"/>
              </a:rPr>
              <a:t>Final Thoughts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4047887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Unified approach across different domains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837724" y="4514612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Accurate, transparent, ethical AI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37724" y="4981337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Ready for deployment and scaling</a:t>
            </a:r>
            <a:endParaRPr lang="en-US" sz="1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3098483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kern="0" spc="-133" dirty="0">
                <a:solidFill>
                  <a:srgbClr val="FFFFFF"/>
                </a:solidFill>
                <a:latin typeface="Abadi" panose="020B0604020104020204" pitchFamily="34" charset="0"/>
                <a:ea typeface="Overpass Bold" pitchFamily="34" charset="-122"/>
                <a:cs typeface="Overpass Bold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4281249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Questions?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837724" y="4747974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E5E0DF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Let's make smarter, kinder decisions — with AI.</a:t>
            </a: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343</Words>
  <Application>Microsoft Office PowerPoint</Application>
  <PresentationFormat>Custom</PresentationFormat>
  <Paragraphs>72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Abadi</vt:lpstr>
      <vt:lpstr>Arial</vt:lpstr>
      <vt:lpstr>Overpass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jaiv burman</cp:lastModifiedBy>
  <cp:revision>3</cp:revision>
  <dcterms:created xsi:type="dcterms:W3CDTF">2025-04-08T04:22:20Z</dcterms:created>
  <dcterms:modified xsi:type="dcterms:W3CDTF">2025-04-08T04:25:31Z</dcterms:modified>
</cp:coreProperties>
</file>